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7373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AI-Augmented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 Workshop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autocomplete to delegatable specialist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" y="4023360"/>
            <a:ext cx="4572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 ·  Hands-on  ·  ~2.5 hours  ·  Engineering Team Leads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Mindset Shift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97280"/>
            <a:ext cx="36576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645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writes code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suggests autocomplete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Developer accepts/rejects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691640"/>
            <a:ext cx="411480" cy="411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754880" y="1097280"/>
            <a:ext cx="36576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2801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164592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sets up the system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describes the problem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AI executes with team standards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Engineer reviews &amp; approves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31520" y="3108960"/>
            <a:ext cx="7680960" cy="1463040"/>
          </a:xfrm>
          <a:prstGeom prst="rect">
            <a:avLst/>
          </a:prstGeom>
          <a:solidFill>
            <a:srgbClr val="1E293B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3832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097280" y="37947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not a typing assistant. It is a junior team member that follows your standards, uses your tools, and gets better the more structure you give 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You'll Walk Away With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17043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05156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the 6 pillars of agentic AI tooling and how they compose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178308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178308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01952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178308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each pillar hands-on with guided exercises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251460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251460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633472"/>
            <a:ext cx="347472" cy="34747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25146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configured repo — instruction files, custom agent, custom skill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31520" y="324612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31520" y="324612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3364992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324612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a task to AI and reviewed the output as a lead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731520" y="397764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31520" y="3977640"/>
            <a:ext cx="64008" cy="59436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096512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554480" y="397764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a playbook for rolling this out to your engineering team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6 Pillars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3474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05840"/>
            <a:ext cx="128016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459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2971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talk to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direct it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874520" y="1005840"/>
            <a:ext cx="1280160" cy="3474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1" name="Shape 8"/>
          <p:cNvSpPr/>
          <p:nvPr/>
        </p:nvSpPr>
        <p:spPr>
          <a:xfrm>
            <a:off x="1874520" y="1005840"/>
            <a:ext cx="128016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9"/>
          <p:cNvSpPr/>
          <p:nvPr/>
        </p:nvSpPr>
        <p:spPr>
          <a:xfrm>
            <a:off x="1874520" y="1188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6459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96596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965960" y="2971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set rules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session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291840" y="1005840"/>
            <a:ext cx="1280160" cy="3474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Shape 13"/>
          <p:cNvSpPr/>
          <p:nvPr/>
        </p:nvSpPr>
        <p:spPr>
          <a:xfrm>
            <a:off x="3291840" y="1005840"/>
            <a:ext cx="128016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Text 14"/>
          <p:cNvSpPr/>
          <p:nvPr/>
        </p:nvSpPr>
        <p:spPr>
          <a:xfrm>
            <a:off x="3291840" y="1188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1645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38328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3383280" y="2971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create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specialists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09160" y="1005840"/>
            <a:ext cx="1280160" cy="3474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Shape 18"/>
          <p:cNvSpPr/>
          <p:nvPr/>
        </p:nvSpPr>
        <p:spPr>
          <a:xfrm>
            <a:off x="4709160" y="1005840"/>
            <a:ext cx="128016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4" name="Text 19"/>
          <p:cNvSpPr/>
          <p:nvPr/>
        </p:nvSpPr>
        <p:spPr>
          <a:xfrm>
            <a:off x="4709160" y="1188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645920"/>
            <a:ext cx="457200" cy="4572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80060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800600" y="2971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encode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tasks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126480" y="1005840"/>
            <a:ext cx="1280160" cy="3474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9" name="Shape 23"/>
          <p:cNvSpPr/>
          <p:nvPr/>
        </p:nvSpPr>
        <p:spPr>
          <a:xfrm>
            <a:off x="6126480" y="1005840"/>
            <a:ext cx="128016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0" name="Text 24"/>
          <p:cNvSpPr/>
          <p:nvPr/>
        </p:nvSpPr>
        <p:spPr>
          <a:xfrm>
            <a:off x="6126480" y="1188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1645920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21792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&amp;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6217920" y="2971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reaches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systems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7543800" y="1005840"/>
            <a:ext cx="1280160" cy="34747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5" name="Shape 28"/>
          <p:cNvSpPr/>
          <p:nvPr/>
        </p:nvSpPr>
        <p:spPr>
          <a:xfrm>
            <a:off x="7543800" y="1005840"/>
            <a:ext cx="128016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6" name="Text 29"/>
          <p:cNvSpPr/>
          <p:nvPr/>
        </p:nvSpPr>
        <p:spPr>
          <a:xfrm>
            <a:off x="7543800" y="11887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5280" y="1645920"/>
            <a:ext cx="457200" cy="457200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63524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7635240" y="2971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runs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you</a:t>
            </a:r>
            <a:endParaRPr lang="en-US" sz="1000" dirty="0"/>
          </a:p>
        </p:txBody>
      </p:sp>
      <p:sp>
        <p:nvSpPr>
          <p:cNvPr id="40" name="Text 32"/>
          <p:cNvSpPr/>
          <p:nvPr/>
        </p:nvSpPr>
        <p:spPr>
          <a:xfrm>
            <a:off x="73152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pillar: 3 min concept + hands-on exercise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60120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demo: user story → 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&amp; Commands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Files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&amp; External Integrations (ADO)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Pillar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Capstone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8BD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Up Your Team's AI Workflow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A5E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Rollout playbook + Q&amp;A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709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~2.5 hours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Opening: The Vision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work item → merged PR in one terminal session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37160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63040" y="132588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work item from ADO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34416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4983480" y="1344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"Show me work item #576684"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1901952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63040" y="185623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approach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46320" y="1874520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874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&lt;feature&gt;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2432304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63040" y="2386584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specialist agent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46320" y="2404872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4048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/agent python-reviewer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4400" y="2962656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962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63040" y="291693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with skill standards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46320" y="2935224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4" name="Text 22"/>
          <p:cNvSpPr/>
          <p:nvPr/>
        </p:nvSpPr>
        <p:spPr>
          <a:xfrm>
            <a:off x="4983480" y="29352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(auto-triggers)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3493008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63040" y="3447288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46320" y="3465576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346557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14400" y="402336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63040" y="397764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846320" y="3995928"/>
            <a:ext cx="3474720" cy="38404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3995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 create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1520" y="4526280"/>
            <a:ext cx="7680960" cy="5029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4526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"Your engineers don't need to learn prompts. They need you to set up the system."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&amp; Commands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talk to AI and direct 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7490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2743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92024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@file.py, @folder/ — load real context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/plan — think before coding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 — check before committing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/research — understand before building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auto-save &amp; resume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3749040" cy="2743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965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@books.py What does find_by_author do?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"Partial names return no results. Debug."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/plan Fix find_by_author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/context</a:t>
            </a:r>
            <a:endParaRPr lang="en-US" sz="11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43484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434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context + specific symptoms → specific answers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Files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set the rules for every session — the team lead multiplier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7680960" cy="10058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1463040"/>
            <a:ext cx="64008" cy="100584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write your coding standards once in AGENTS.md. From that moment, every session in your repo follows them — for new hires, contractors, and senior engineers alike."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at repo root = always-on for every session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generates a starter file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needs to invoke anything — it's automatic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team standards without policing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2697480"/>
            <a:ext cx="3383280" cy="1645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2788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12080" y="30632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/init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Edit AGENTS.md: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"Always use type hints"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"Follow conventional commits"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"Never commit secrets"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@books.py Review this file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Highest-leverage thing a team lead can set up. 5 minutes of writing, permanent impact.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create on-demand specialists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PROMPT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@books.py for quality"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Broad, generic suggestions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AGENT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/agent security-reviewer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@books.py for quality"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Specific, standards-aware, actionable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768096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017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files set the floor.  Agents raise the ceiling.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703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OWN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977640"/>
            <a:ext cx="7680960" cy="10058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023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.github/agents/security-reviewer.agent.md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"Reviews code for OWASP top 10"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Check injections, auth gaps, secrets, validation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Rate each finding: Critical / High / Medium / Low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encode repeatable tasks — auto-triggered, no invocation needed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 who the AI is.  Skills change how it does a specific task.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BUILD: PR REVIEW SKILL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423160"/>
            <a:ext cx="4572000" cy="22860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6888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.github/skills/pr-review/SKILL.md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pr-review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"Review PR for quality"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Checklist: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Clear title &amp; description?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Changes covered by tests?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Security concerns?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Style conventions?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Performance concerns?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Error handling?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Edge cases?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2423160"/>
            <a:ext cx="28346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77840" y="2423160"/>
            <a:ext cx="64008" cy="1188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3" name="Text 11"/>
          <p:cNvSpPr/>
          <p:nvPr/>
        </p:nvSpPr>
        <p:spPr>
          <a:xfrm>
            <a:off x="5806440" y="2514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Auto-triggers!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06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say: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the changes for a PR"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loads silently —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/skill command needed.</a:t>
            </a:r>
            <a:endParaRPr lang="en-US" sz="11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 review follows the same checklist — without anyone remembering it.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&amp; External Integrations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connect AI to Azure DevOps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7490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417320"/>
            <a:ext cx="37490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(RECOMMENDED)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on-demand — context stays clean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az CLI under the hood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work items, PRs, pipelines,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wiki, releases, artifacts, security/admin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npx skills add ... --skill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azure-devops-cli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37490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374904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554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tools registered at startup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Rich: test plans, code search,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advanced security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context cost — use domains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 limit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Microsoft-maintained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(@azure-devops/mcp)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Skill = occasional ADO during coding  |  MCP = heavy, continuous ADO interaction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4297680"/>
            <a:ext cx="7680960" cy="7772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3159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05840" y="452628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Show me my active work items in Azure DevOps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List active PRs in the Copilot-Wiki repo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Based on work item #576684, create a technical plan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457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runs without you — the bridge from tool to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7680960" cy="502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417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"prompt" — one-shot, no interaction, scriptable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48840"/>
            <a:ext cx="64008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221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Messages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514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"Generate commit msg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for: $(git diff --staged)"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21488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2148840"/>
            <a:ext cx="64008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2221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Descriptions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514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-p "Summarize for PR: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$(git log main..HEAD)"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20040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200400"/>
            <a:ext cx="64008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2735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Pre-commit Hooks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Auto-run security checks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every commit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320040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3200400"/>
            <a:ext cx="64008" cy="9144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32735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Integration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 AI quality gates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your pipeline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572000"/>
            <a:ext cx="274320" cy="27432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1097280" y="45720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learned today can run without a human in the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Capstone Exercise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"Set Up Your Team's AI Workflow"  —  30 minutes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353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160020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user story has landed. Your job is not to implement it.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job is to set up the system so your engineer is ready tomorrow morning.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2514600" cy="18288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4231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26060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606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80160" y="2606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&amp; Plan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017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68680" y="3291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 context → /plan → Review the plan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29000" y="2423160"/>
            <a:ext cx="2514600" cy="18288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6" name="Shape 14"/>
          <p:cNvSpPr/>
          <p:nvPr/>
        </p:nvSpPr>
        <p:spPr>
          <a:xfrm>
            <a:off x="3429000" y="24231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7" name="Shape 15"/>
          <p:cNvSpPr/>
          <p:nvPr/>
        </p:nvSpPr>
        <p:spPr>
          <a:xfrm>
            <a:off x="3566160" y="26060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3566160" y="2606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977640" y="2606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Repo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66160" y="3017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566160" y="3291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→ Custom agent → Custom skill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2423160"/>
            <a:ext cx="2514600" cy="18288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6480" y="2423160"/>
            <a:ext cx="25146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4" name="Shape 22"/>
          <p:cNvSpPr/>
          <p:nvPr/>
        </p:nvSpPr>
        <p:spPr>
          <a:xfrm>
            <a:off x="6263640" y="2606040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2606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2606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&amp; Review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3017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3291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/delegate → /review → /agent check → commit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configured repo with AGENTS.md + custom agent + custom skill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Rollout Playbook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051560"/>
            <a:ext cx="18745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051560"/>
            <a:ext cx="1874520" cy="4572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26187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645920"/>
            <a:ext cx="1600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AGENTS.md to repos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install instructions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team subscriptions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88920" y="1051560"/>
            <a:ext cx="18745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88920" y="1051560"/>
            <a:ext cx="1874520" cy="45720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2788920" y="10515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88920" y="126187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&amp; Skills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1645920"/>
            <a:ext cx="1600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1-2 daily-use agents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1 common skill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in .github/ via git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0" y="1051560"/>
            <a:ext cx="18745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46320" y="1051560"/>
            <a:ext cx="1874520" cy="457200"/>
          </a:xfrm>
          <a:prstGeom prst="rect">
            <a:avLst/>
          </a:prstGeom>
          <a:solidFill>
            <a:srgbClr val="0369A1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515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26187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Adoption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1645920"/>
            <a:ext cx="1600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1-hour session for engineers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/review habit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programmatic mode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03720" y="1051560"/>
            <a:ext cx="18745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051560"/>
            <a:ext cx="1874520" cy="457200"/>
          </a:xfrm>
          <a:prstGeom prst="rect">
            <a:avLst/>
          </a:prstGeom>
          <a:solidFill>
            <a:srgbClr val="075985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05156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1261872"/>
            <a:ext cx="1874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&amp; Iterate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40880" y="1645920"/>
            <a:ext cx="1600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usage feedback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AGENTS.md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MCP &amp; CI hooks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Starter Templates Every Team Should Have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" y="452628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AGENTS.md — Team coding standards (always-on)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474573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.github/agents/code-reviewer.agent.md — Quality review agent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4965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.github/skills/pr-review/SKILL.md — PR review checklist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109728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Start Building</a:t>
            </a:r>
            <a:endParaRPr lang="en-US" sz="3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Team's AI System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3200400" y="3017520"/>
            <a:ext cx="27432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32918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your engineers don't need to learn prompts.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you to set up the system.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Engineering Workshop</dc:title>
  <dc:subject>PptxGenJS Presentation</dc:subject>
  <dc:creator>AI Workshop Team</dc:creator>
  <cp:lastModifiedBy>AI Workshop Team</cp:lastModifiedBy>
  <cp:revision>1</cp:revision>
  <dcterms:created xsi:type="dcterms:W3CDTF">2026-04-08T13:26:02Z</dcterms:created>
  <dcterms:modified xsi:type="dcterms:W3CDTF">2026-04-08T13:26:02Z</dcterms:modified>
</cp:coreProperties>
</file>