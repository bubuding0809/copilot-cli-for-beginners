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30"/>
    <p:sldId id="272" r:id="rId18"/>
    <p:sldId id="273" r:id="rId19"/>
    <p:sldId id="274" r:id="rId20"/>
    <p:sldId id="275" r:id="rId21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AI-Augmented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Workshop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autocomplete to delegatable specialist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 ·  Hands-on  ·  ~3 hours  ·  AI Champions &amp; Team Leads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Mindset Shift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suggests autocomplete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Developer accepts/rejects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69164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sets up the system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describes the problem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executes with team standards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reviews &amp; approves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7680960" cy="146304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097280" y="3794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typing assistant. It is a junior team member that follows your standards, uses your tools, and gets better the more structure you give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You'll Walk Away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515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6 pillars of agentic AI tooling and how they compose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7830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8308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0195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178308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each pillar hands-on with concrete C# / TypeScript examples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5146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51460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3347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2514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working skill for your team — not a concept, a real artifact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2461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24612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AI workflow your engineers will actually use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39776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31520" y="397764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096512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97764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a playbook for rolling this out to your engineering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601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plugin → run code review PR live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&amp; Commands — Quick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 + Indexing 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+ Sub-Agent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— Why, What, Code Review Showcase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Choices (MCP vs CLI Skill)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 plugin ties it all together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the template, ship 1 skill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playbook + Q&amp;A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~3h 10m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Opening: See It All At Once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install a plugin, then run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'code-review' plugin from VS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4416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agent · 6 skills · ADO MCP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01952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18562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Copilot CLI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23865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the code review agent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04872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code review PR #1234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2962656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29169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fetches PR via ADO MCP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935224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2935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(loads policies, inspects diff)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493008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34472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run in parallel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65576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4655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· quality · performance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6304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comments posted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399592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995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threaded at file:line in ADO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526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 → one command → all six pillars in motion.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&amp; Commands — Quick Start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basics: how to talk to AI and direct 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7490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2743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ESSENTIALS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@file.cs, @folder/ — reference files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/plan — think before coding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— check before committing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/research — understand before building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auto-save &amp; resume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74904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What does GetByAuthor do?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"Partial names return no results. Debug."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/plan Fix GetByAuthor search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/context</a:t>
            </a:r>
            <a:endParaRPr lang="en-US" sz="1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 for the basics. Deeper agent patterns coming in Pillar 3.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Files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rules for every session — the team lead multiplier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write your coding standards once in AGENTS.md. Every session in your repo follows them — for new hires, contractors, and senior engineers alike."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at repo root = always-on for every session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generates a starter file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needs to invoke it — automatic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team standards without policing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606040"/>
            <a:ext cx="338328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0" y="29718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AGENTS.md: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"C# backend: use nullable refs"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"TS frontend: strict mode always"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"Conventional commits required"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@BooksController.cs Review this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thing a team lead can set up. 5 min of writing, permanent impact.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 example: the design-patterns skill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that scales complex repos also scales a single skill — here it is, live in the code-review plugin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SKILL.md can't hold every design-pattern check — creational, structural, behavioral, architectural. Too long → bloated context.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is the index — short, always loaded. checks/*.md files are details — loaded only when the skill runs. Same pattern scales at the repo level with AGENTS.md + docs/.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STRUCTURE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code-review/skills/design-patterns/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(index: inputs, severity, checks)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checks/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dp-creational.md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dp-structural.md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dp-behavioral.md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dp-architectural.md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dp-anti-patterns.md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(1 SKILL + 5 checks)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(from the real code-review plugin)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code-review plugin — Pillar 2 in practice.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specialists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@BooksController.cs"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Broad, generic suggestions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team conventions applied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code review PR #1234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Intake → Phase 2: Load policies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Sub-agents run in parallel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Phase 4: Inline comments posted to ADO PR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files set the floor.  Agents raise the ceiling.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069080"/>
            <a:ext cx="768096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.github/agents/code-reviewer.agent.md</a:t>
            </a:r>
            <a:r>
              <a:rPr lang="en-US" sz="10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project scope · committed · team-shared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~/.copilot/agents/code-reviewer.agent.md</a:t>
            </a:r>
            <a:r>
              <a:rPr lang="en-US" sz="10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← user scope · personal · all your repos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"Policy-driven code review"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Triggers: "code review", "review PR", "review my changes"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(cont.)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Advanced: Sub-Agent Orchestration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calling agents — exactly as the code-review plugin does for 4+ policies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ORCHESTRATION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155448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874520"/>
            <a:ext cx="155448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9659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code-reviewer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(fetches diff)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PR number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policies</a:t>
            </a:r>
            <a:endParaRPr lang="en-US" sz="9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331720"/>
            <a:ext cx="228600" cy="2286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28803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803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3"/>
          <p:cNvSpPr/>
          <p:nvPr/>
        </p:nvSpPr>
        <p:spPr>
          <a:xfrm>
            <a:off x="28803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8803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8803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hims-ads checks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7091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0" name="Shape 17"/>
          <p:cNvSpPr/>
          <p:nvPr/>
        </p:nvSpPr>
        <p:spPr>
          <a:xfrm>
            <a:off x="47091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8"/>
          <p:cNvSpPr/>
          <p:nvPr/>
        </p:nvSpPr>
        <p:spPr>
          <a:xfrm>
            <a:off x="47091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709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091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best-practices + design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537960" y="1874520"/>
            <a:ext cx="1737360" cy="10515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5" name="Shape 22"/>
          <p:cNvSpPr/>
          <p:nvPr/>
        </p:nvSpPr>
        <p:spPr>
          <a:xfrm>
            <a:off x="6537960" y="1874520"/>
            <a:ext cx="173736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Text 23"/>
          <p:cNvSpPr/>
          <p:nvPr/>
        </p:nvSpPr>
        <p:spPr>
          <a:xfrm>
            <a:off x="6537960" y="1965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5379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3796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+ DB + memory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3152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2004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1" name="Text 28"/>
          <p:cNvSpPr/>
          <p:nvPr/>
        </p:nvSpPr>
        <p:spPr>
          <a:xfrm>
            <a:off x="100584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0584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isolation — each policy sees only its checks/*.md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— domain expertise per policy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— 4+ policies run concurrently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63440" y="3200400"/>
            <a:ext cx="37490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63440" y="32004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2"/>
          <p:cNvSpPr/>
          <p:nvPr/>
        </p:nvSpPr>
        <p:spPr>
          <a:xfrm>
            <a:off x="4937760" y="3337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REACH FOR IT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workflows that span domains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too large for one agent's context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reusable, composable specialists</a:t>
            </a:r>
            <a:endParaRPr lang="en-US" sz="110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code-review plugin README — "Subagent orchestration" section — for the actual orchestration logic.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1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Skills?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learn what skills are, let's be clear on what they solve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TODAY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re-explain team conventions in every session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reviews skip steps when reviewers are busy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runs differently every time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docs go stale while tribal knowledge lives in heads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different quality — depends who's on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SKILLS SOLVE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the procedure once, in a markdown file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 when AI detects the task — no invocation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quality every time, for every team member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Version-controlled, reviewable, improvable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becomes team infrastructure</a:t>
            </a:r>
            <a:endParaRPr lang="en-US" sz="12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6634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97280" y="46634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team does it more than twice — it's probably a skill.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2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What &amp; How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instructions that auto-trigger on natural language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 who the AI is.  Skills change how it does a specific task.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SKILL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4572000" cy="2377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.github/skills/design-patterns/SKILL.md</a:t>
            </a:r>
            <a:r>
              <a:rPr lang="en-US" sz="9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project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~/.copilot/skills/design-patterns/SKILL.md</a:t>
            </a:r>
            <a:r>
              <a:rPr lang="en-US" sz="9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← 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design-patterns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"Design-pattern review — arch &amp; anti-pattern"</a:t>
            </a:r>
            <a:endParaRPr lang="en-US" sz="1000" dirty="0"/>
          </a:p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← matched against user's prompt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Inputs · Activation · Severity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Inputs: architecture type, language, focus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Activation: per arch (microservices, event-driven …)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Severity: CRITICAL / HIGH / MEDIUM / INFO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 index → checks/dp-*.md (creational, structural …)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2331720"/>
            <a:ext cx="28346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2331720"/>
            <a:ext cx="64008" cy="23774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788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matches your prompt against each skill's description.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0644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triggering prompts: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"design pattern review"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"architectural review"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"anti-pattern check"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3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in Action: Code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demo, replayed — every step was a pillar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PR #1234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 — ADO MCP fetches PR</a:t>
            </a:r>
            <a:endParaRPr lang="en-US" sz="9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148840"/>
            <a:ext cx="155448" cy="15544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304288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852928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/>
          <p:nvPr/>
        </p:nvSpPr>
        <p:spPr>
          <a:xfrm>
            <a:off x="2852928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395728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PR #1234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395728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agent trigger</a:t>
            </a:r>
            <a:endParaRPr lang="en-US" sz="9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148840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77056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25696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0" name="Text 16"/>
          <p:cNvSpPr/>
          <p:nvPr/>
        </p:nvSpPr>
        <p:spPr>
          <a:xfrm>
            <a:off x="4425696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968496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design-patterns auto-loads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968496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— skill auto-loads</a:t>
            </a:r>
            <a:endParaRPr lang="en-US" sz="9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2148840"/>
            <a:ext cx="155448" cy="15544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449824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998464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1"/>
          <p:cNvSpPr/>
          <p:nvPr/>
        </p:nvSpPr>
        <p:spPr>
          <a:xfrm>
            <a:off x="5998464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541264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run in parallel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541264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— 3 policies concurrently</a:t>
            </a:r>
            <a:endParaRPr lang="en-US" sz="9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2148840"/>
            <a:ext cx="155448" cy="15544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22592" y="1417320"/>
            <a:ext cx="1417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71232" y="155448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2" name="Text 26"/>
          <p:cNvSpPr/>
          <p:nvPr/>
        </p:nvSpPr>
        <p:spPr>
          <a:xfrm>
            <a:off x="7571232" y="1554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114032" y="1965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comments + summary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7114032" y="22860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— reporting skill formats output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3152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731520" y="338328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1"/>
          <p:cNvSpPr/>
          <p:nvPr/>
        </p:nvSpPr>
        <p:spPr>
          <a:xfrm>
            <a:off x="100584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00584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hims-ads-code-review-policy checks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design-patterns + general-best-practices checks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4663440" y="3383280"/>
            <a:ext cx="37490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4663440" y="338328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1" name="Text 35"/>
          <p:cNvSpPr/>
          <p:nvPr/>
        </p:nvSpPr>
        <p:spPr>
          <a:xfrm>
            <a:off x="493776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OUTPUT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493776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Threaded comments at file:line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Severity-ranked summary in PR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731520" y="4526280"/>
            <a:ext cx="64008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99432"/>
            <a:ext cx="274320" cy="27432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1280160" y="4553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MCP, NOT az CLI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280160" y="47365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threaded comments need the ADO REST API. The MCP handles it — the plugin bundles this wiring.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  |  Part 4 of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Showcase: Checkmarx Remediation Skill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domain, same structure — see gep_skills/security/ for checkmarx-* skills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82296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17320" y="1737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 scan returns 12 findings across your C# backend. Engineer faces a wall of SAST output — severity mixed, context missing, fixes unclear.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46304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146304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reads Checkmarx output</a:t>
            </a:r>
            <a:endParaRPr lang="en-US" sz="10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063240"/>
            <a:ext cx="155448" cy="1554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69748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42900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4"/>
          <p:cNvSpPr/>
          <p:nvPr/>
        </p:nvSpPr>
        <p:spPr>
          <a:xfrm>
            <a:off x="34290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78892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8892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severity + exploitability</a:t>
            </a:r>
            <a:endParaRPr lang="en-US" sz="10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063240"/>
            <a:ext cx="155448" cy="15544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66344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39496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4" name="Text 19"/>
          <p:cNvSpPr/>
          <p:nvPr/>
        </p:nvSpPr>
        <p:spPr>
          <a:xfrm>
            <a:off x="539496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75488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fixes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475488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Per-finding, code-aware</a:t>
            </a:r>
            <a:endParaRPr lang="en-US" sz="10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063240"/>
            <a:ext cx="155448" cy="155448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629400" y="24231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360920" y="256032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0" name="Text 24"/>
          <p:cNvSpPr/>
          <p:nvPr/>
        </p:nvSpPr>
        <p:spPr>
          <a:xfrm>
            <a:off x="736092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720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20840" y="32461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each fix matches policy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6052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371600" y="4114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LEAD ANGLE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371600" y="43434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security team's expertise becomes a shareable skill. Every engineer handles Checkmarx findings the same way — your way.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846320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97280" y="4846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code-review — different domain. Skills compose, don't multiply complexity.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Choices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connect AI to Azure DevOps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(RECOMMENDED)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on-demand — context stays clean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az CLI under the hood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work items, PRs, pipelines, wiki,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releases, artifacts, security/admin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npx skills add ... azure-devops-cli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37160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tools registered at startup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Rich: test plans, code search,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advanced security alerts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bundles it — just 6 lines in .mcp.json: { "azure-devops": "@azure-devops/mcp IHIS-HIP" }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Microsoft-maintained · zero manual setup when bundled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= occasional ADO during coding  |  MCP = heavy, continuous ADO interaction</a:t>
            </a:r>
            <a:endParaRPr lang="en-US" sz="12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declare MCP in .mcp.json — engineers install once, MCP wires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Setup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Work on a Real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demo repo. Run it. Everything that follows happens on real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4846320" cy="33832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663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Clone the demo repo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&lt;demo-repo&gt; &amp;&amp; cd demo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dependencies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      # frontend (TS)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restore    # backend (C#)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Authenticate with ADO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 --use-device-code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Fork the template &amp; start Copilot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-r samples/capstone-plugin-template my-plugin &amp;&amp; copilot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417320"/>
            <a:ext cx="2651760" cy="338328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REAL REPO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21031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examples teach concepts.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 teaches judgment.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your actual files, your actual conventions, your actual bugs.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 + Build a Skill — Together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minutes  ·  Facilitator-led  ·  You leave with a working artifact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real, working skill in the demo repo — from scratch, together.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end: your repo has a skill that auto-triggers and produces consistent output.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task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description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the steps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7764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6616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SKILL.md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checklist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.github/skills/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514600" cy="19202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26517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28346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246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5204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with natural prompt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loads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home: a working skill, a pattern to replicate, the confidence to create more.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Skills-Creator Moment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build together — what skill would YOUR team benefit from most?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YOURSELF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explain to new engineers repeatedly?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checklist do I mentally run every PR?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always gets done differently by different people?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wish happened automatically?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procedure lives only in my head?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 FROM OTHER TEAMS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pr-review — team's PR quality checklist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checkmarx-remediation — SAST findings to fixes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incident-response — triage steps + comms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 — REST convention enforcement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migration-checklist — safe DB migrations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onboarding-tour — explain the codebase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idea down. We'll build one together — you'll leave knowing how to build yours.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 |  Phases 2 + 3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+ Test the Skill Together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leads.  You follow on your cloned repo.  Ask questions freely.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1188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(topic is yours) that auto-triggers naturally and enforces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checklist every single time — fork the template, fill in your logic.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68096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-r samples/capstone-plugin-template my-&lt;skill&gt;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Rename skills/example-skill/ → your skill name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SKILL.md: description, inputs, checks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plugin.json is already wired — no change needed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copilot  →  "&lt;your natural trigger&gt;"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it auto-triggers. Iterate on description if not.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forked plugin with one working skill — committable, replicable.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Rollout Playbook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187452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AGENTS.md to repos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docs/ folder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install instructions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team subscriptions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005840"/>
            <a:ext cx="187452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1-2 daily-use agents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 common skill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.github/ via git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05840"/>
            <a:ext cx="1874520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1-hour session for engineers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/review habit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programmatic mode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8745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05840"/>
            <a:ext cx="1874520" cy="457200"/>
          </a:xfrm>
          <a:prstGeom prst="rect">
            <a:avLst/>
          </a:prstGeom>
          <a:solidFill>
            <a:srgbClr val="075985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058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21615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Iterate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160020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usage feedback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AGENTS.md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CI automation: copilot -p "…" in pipelines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3840480"/>
            <a:ext cx="7680960" cy="11887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STARTER TEMPLATES EVERY TEAM SHOULD HAVE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206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AGENTS.md + docs/ — Team standards + indexed details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.github/agents/code-reviewer.agent.md — Quality review specialist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samples/capstone-plugin-template — forkable plugin wrapper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058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Building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Team's AI System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engineers don't need to learn prompts.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you to set up the system.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the mental model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plugin.json — every pillar in one file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657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MAPPING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"mcpServers" → Pillar 5 · "agents" → Pillar 3 · "skills" → Pillar 4 · triggers → Pillar 1 · SKILL.md + checks → Pillar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CLICKS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this JSON → engineers get agent + skills + MCP in one action. That's distribution. Bundle once, ship to every teammate.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3017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plugin.json (real, from code-review plugin)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"name": "code-review",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"description": "Framework + policy plugins",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"mcpServers": ".mcp.json",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"agents": [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"./agents/code-reviewer.agent.md"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],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"skills": [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"./skills/design-patterns",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"./skills/hims-ads-policy", …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]}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this JSON → everything shows up. That is distribution.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Engineering Workshop v3</dc:title>
  <dc:subject>PptxGenJS Presentation</dc:subject>
  <dc:creator>AI Workshop Team</dc:creator>
  <cp:lastModifiedBy>AI Workshop Team</cp:lastModifiedBy>
  <cp:revision>1</cp:revision>
  <dcterms:created xsi:type="dcterms:W3CDTF">2026-04-13T05:38:43Z</dcterms:created>
  <dcterms:modified xsi:type="dcterms:W3CDTF">2026-04-13T05:38:43Z</dcterms:modified>
</cp:coreProperties>
</file>