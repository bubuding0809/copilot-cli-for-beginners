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73736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AI-Augmented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Engineering Workshop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autocomplete to delegatable specialist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31520" y="4023360"/>
            <a:ext cx="4572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 ·  Hands-on  ·  ~2.5 hours  ·  Engineering Team Leads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Mindset Shift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36576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80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writes code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suggests autocomplete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Developer accepts/rejects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691640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54880" y="1097280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36576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280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0" y="1645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sets up the system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Engineer describes the problem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executes with team standards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Engineer reviews &amp; approves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31520" y="3108960"/>
            <a:ext cx="7680960" cy="14630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3832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097280" y="3794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not a typing assistant. It is a junior team member that follows your standards, uses your tools, and gets better the more structure you give it.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You'll Walk Away With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51560"/>
            <a:ext cx="64008" cy="59436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17043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05156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the 6 pillars of agentic AI tooling and how they compose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178308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783080"/>
            <a:ext cx="64008" cy="59436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90195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17830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each pillar hands-on with guided exercises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31520" y="251460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31520" y="2514600"/>
            <a:ext cx="64008" cy="59436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63347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251460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configured repo — instruction files, custom agent, custom skill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731520" y="324612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31520" y="3246120"/>
            <a:ext cx="64008" cy="59436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364992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32461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a task to AI and reviewed the output as a lead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731520" y="397764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31520" y="3977640"/>
            <a:ext cx="64008" cy="59436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096512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4480" y="397764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a playbook for rolling this out to your engineering team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6 Pillars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280160" cy="34747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12801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971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talk to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direct it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874520" y="1005840"/>
            <a:ext cx="1280160" cy="34747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1" name="Shape 8"/>
          <p:cNvSpPr/>
          <p:nvPr/>
        </p:nvSpPr>
        <p:spPr>
          <a:xfrm>
            <a:off x="1874520" y="1005840"/>
            <a:ext cx="12801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9"/>
          <p:cNvSpPr/>
          <p:nvPr/>
        </p:nvSpPr>
        <p:spPr>
          <a:xfrm>
            <a:off x="1874520" y="1188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6459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6596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965960" y="2971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set rules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session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91840" y="1005840"/>
            <a:ext cx="1280160" cy="34747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7" name="Shape 13"/>
          <p:cNvSpPr/>
          <p:nvPr/>
        </p:nvSpPr>
        <p:spPr>
          <a:xfrm>
            <a:off x="3291840" y="1005840"/>
            <a:ext cx="12801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4"/>
          <p:cNvSpPr/>
          <p:nvPr/>
        </p:nvSpPr>
        <p:spPr>
          <a:xfrm>
            <a:off x="3291840" y="1188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645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38328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383280" y="2971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create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specialists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09160" y="1005840"/>
            <a:ext cx="1280160" cy="34747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3" name="Shape 18"/>
          <p:cNvSpPr/>
          <p:nvPr/>
        </p:nvSpPr>
        <p:spPr>
          <a:xfrm>
            <a:off x="4709160" y="1005840"/>
            <a:ext cx="12801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ext 19"/>
          <p:cNvSpPr/>
          <p:nvPr/>
        </p:nvSpPr>
        <p:spPr>
          <a:xfrm>
            <a:off x="4709160" y="1188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64592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80060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800600" y="2971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encode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tasks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126480" y="1005840"/>
            <a:ext cx="1280160" cy="34747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9" name="Shape 23"/>
          <p:cNvSpPr/>
          <p:nvPr/>
        </p:nvSpPr>
        <p:spPr>
          <a:xfrm>
            <a:off x="6126480" y="1005840"/>
            <a:ext cx="12801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0" name="Text 24"/>
          <p:cNvSpPr/>
          <p:nvPr/>
        </p:nvSpPr>
        <p:spPr>
          <a:xfrm>
            <a:off x="6126480" y="1188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645920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21792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6217920" y="2971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reaches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systems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7543800" y="1005840"/>
            <a:ext cx="1280160" cy="34747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5" name="Shape 28"/>
          <p:cNvSpPr/>
          <p:nvPr/>
        </p:nvSpPr>
        <p:spPr>
          <a:xfrm>
            <a:off x="7543800" y="1005840"/>
            <a:ext cx="12801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6" name="Text 29"/>
          <p:cNvSpPr/>
          <p:nvPr/>
        </p:nvSpPr>
        <p:spPr>
          <a:xfrm>
            <a:off x="7543800" y="1188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1645920"/>
            <a:ext cx="457200" cy="4572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63524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7635240" y="2971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runs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you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73152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pillar: 3 min concept + hands-on exercise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60120"/>
          <a:ext cx="7680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51206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demo: user story → PR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&amp; Commands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 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Capstone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Up Your Team's AI Workflow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Rollout playbook + Q&amp;A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~2.5 hours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Opening: The Vision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user story → merged PR in one terminal session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3258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GitHub issue via MCP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344168"/>
            <a:ext cx="3474720" cy="384048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3441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"List open issues in this repo"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1901952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185623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approach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874520"/>
            <a:ext cx="3474720" cy="384048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8745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/plan &lt;feature&gt;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2432304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238658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specialist agent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2404872"/>
            <a:ext cx="3474720" cy="384048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4048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/agent python-reviewer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2962656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291693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with skill standards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2935224"/>
            <a:ext cx="3474720" cy="384048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29352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(auto-triggers)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4400" y="3493008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63040" y="344728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3465576"/>
            <a:ext cx="3474720" cy="384048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34655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4400" y="402336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63040" y="39776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3995928"/>
            <a:ext cx="3474720" cy="384048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39959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 create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4526280"/>
            <a:ext cx="768096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engineers don't need to learn prompts. They need you to set up the system."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 &amp; Commands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talk to AI and direct 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7490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63040"/>
            <a:ext cx="64008" cy="2743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@file.py, @folder/ — load real context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/plan — think before coding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/review — check before committing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/research — understand before building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auto-save &amp; resume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749040" cy="2743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@books.py What does find_by_author do?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"Partial names return no results. Debug."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/plan Fix find_by_author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/context</a:t>
            </a:r>
            <a:endParaRPr lang="en-US" sz="11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43484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97280" y="4434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context + specific symptoms → specific answers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Instruction Files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set the rules for every session — the team lead multiplier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7680960" cy="10058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463040"/>
            <a:ext cx="64008" cy="10058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087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write your coding standards once in AGENTS.md. From that moment, every Copilot session in your repo follows them — for new hires, contractors, and senior engineers alike."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at repo root = always-on for every session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/init generates a starter file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needs to invoke anything — it's automatic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team standards without policing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2697480"/>
            <a:ext cx="338328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2788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12080" y="30632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/init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Edit AGENTS.md: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"Always use type hints"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"Follow conventional commits"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"Never commit secrets"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@books.py Review this file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7200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97280" y="4572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Highest-leverage thing a team lead can set up. 5 minutes of writing, permanent impact.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create on-demand specialists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17320"/>
            <a:ext cx="3749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54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PROMPT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"Review @books.py for quality"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Broad, generic suggestions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417320"/>
            <a:ext cx="3749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554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AGENT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/agent security-reviewer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"Review @books.py for quality"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Specific, standards-aware, actionable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017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files set the floor.  Agents raise the ceiling.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703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768096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023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.github/agents/security-reviewer.agent.md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"Reviews code for OWASP top 10"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Check injections, auth gaps, secrets, validation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Rate each finding: Critical / High / Medium / Low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encode repeatable tasks — auto-triggered, no invocation needed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17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change who the AI is.  Skills change how it does a specific task.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PR REVIEW SKILL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457200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6888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.github/skills/pr-review/SKILL.md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pr-review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"Review PR for quality"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Checklist: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Clear title &amp; description?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Changes covered by tests?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Security concerns?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Style conventions?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Performance concerns?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Error handling?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Edge cases?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2423160"/>
            <a:ext cx="28346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77840" y="2423160"/>
            <a:ext cx="64008" cy="1188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580644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Auto-triggers!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06440" y="2834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say: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"Review the changes for a PR"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loads silently —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/skill command needed.</a:t>
            </a:r>
            <a:endParaRPr lang="en-US" sz="11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72000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97280" y="4572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 review follows the same checklist — without anyone remembering it.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(Model Context Protocol)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reaches external systems — browser extensions for Copilot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17320"/>
            <a:ext cx="24688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54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PRs, commits, repos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— just /login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41732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417320"/>
            <a:ext cx="24688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554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1828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files beyond @ refs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417320"/>
            <a:ext cx="24688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554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1828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library documentation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2880360"/>
            <a:ext cx="768096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2971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324612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List the 5 most recent commits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Show me the open issues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Based on issue #X, create a technical plan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/agent security-reviewer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Review the changes in the most recent PR</a:t>
            </a:r>
            <a:endParaRPr lang="en-US" sz="11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709160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97280" y="4709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data, no context-switching, no copy-paste — all from the terminal.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runs without you — the bridge from tool to pipeline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17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-p "prompt" — one-shot, no interaction, scriptable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148840"/>
            <a:ext cx="64008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21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Messages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-p "Generate commit msg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for: $(git diff --staged)"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14884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148840"/>
            <a:ext cx="64008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221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Descriptions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514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-p "Summarize for PR: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$(git log main..HEAD)"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200400"/>
            <a:ext cx="64008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2735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 Hooks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Auto-run security checks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every commit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20040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200400"/>
            <a:ext cx="64008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2735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Integration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 AI quality gates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your pipeline</a:t>
            </a:r>
            <a:endParaRPr lang="en-US" sz="10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72000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97280" y="4572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learned today can run without a human in the loop.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Capstone Exercise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"Set Up Your Team's AI Workflow"  —  30 minutes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533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002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user story has landed. Your job is not to implement it.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is to set up the system so your engineer is ready tomorrow morning.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2514600" cy="18288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423160"/>
            <a:ext cx="25146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2606040"/>
            <a:ext cx="320040" cy="3200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606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Plan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3017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context → /plan → Review the plan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2423160"/>
            <a:ext cx="2514600" cy="18288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6" name="Shape 14"/>
          <p:cNvSpPr/>
          <p:nvPr/>
        </p:nvSpPr>
        <p:spPr>
          <a:xfrm>
            <a:off x="3429000" y="2423160"/>
            <a:ext cx="25146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Shape 15"/>
          <p:cNvSpPr/>
          <p:nvPr/>
        </p:nvSpPr>
        <p:spPr>
          <a:xfrm>
            <a:off x="3566160" y="2606040"/>
            <a:ext cx="320040" cy="3200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2606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7764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Repo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66160" y="3017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66160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→ Custom agent → Custom skill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2423160"/>
            <a:ext cx="2514600" cy="18288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0" y="2423160"/>
            <a:ext cx="25146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Shape 22"/>
          <p:cNvSpPr/>
          <p:nvPr/>
        </p:nvSpPr>
        <p:spPr>
          <a:xfrm>
            <a:off x="6263640" y="2606040"/>
            <a:ext cx="320040" cy="3200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2606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7512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&amp; Review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3017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/delegate → /review → /agent check → commit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configured repo with AGENTS.md + custom agent + custom skill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Rollout Playbook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51560"/>
            <a:ext cx="187452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261872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1600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AGENTS.md to repos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/init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install instructions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team subscriptions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88920" y="105156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1051560"/>
            <a:ext cx="1874520" cy="4572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0515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88920" y="1261872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Skills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1645920"/>
            <a:ext cx="1600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1-2 daily-use agents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1 common skill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.github/ via git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051560"/>
            <a:ext cx="1874520" cy="4572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515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261872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Adoption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1645920"/>
            <a:ext cx="1600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1-hour session for engineers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/review habit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programmatic mode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105156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051560"/>
            <a:ext cx="1874520" cy="457200"/>
          </a:xfrm>
          <a:prstGeom prst="rect">
            <a:avLst/>
          </a:prstGeom>
          <a:solidFill>
            <a:srgbClr val="075985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0515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03720" y="1261872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Iterate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40880" y="1645920"/>
            <a:ext cx="1600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usage feedback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on AGENTS.md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MCP &amp; CI hooks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Starter Templates Every Team Should Have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452628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AGENTS.md — Team coding standards (always-on)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474573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.github/agents/code-reviewer.agent.md — Quality review agent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496519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.github/skills/pr-review/SKILL.md — PR review checklist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0972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Building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Team's AI System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your engineers don't need to learn prompts.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you to set up the system.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AI-Augmented Engineering Workshop</dc:title>
  <dc:subject>PptxGenJS Presentation</dc:subject>
  <dc:creator>AI Workshop Team</dc:creator>
  <cp:lastModifiedBy>AI Workshop Team</cp:lastModifiedBy>
  <cp:revision>1</cp:revision>
  <dcterms:created xsi:type="dcterms:W3CDTF">2026-04-08T05:23:58Z</dcterms:created>
  <dcterms:modified xsi:type="dcterms:W3CDTF">2026-04-08T05:23:58Z</dcterms:modified>
</cp:coreProperties>
</file>